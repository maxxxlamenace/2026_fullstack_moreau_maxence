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05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589520" y="457200"/>
            <a:ext cx="1554480" cy="13716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DE RECHERCHE APPLIQUÉE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Co-développement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Humain-IA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Stratégie, Résultats &amp; Apprentissages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4462272"/>
            <a:ext cx="822960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Maxence Moreau  •  2026  •  Présentation orale — 5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4A6E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 CONTEXTE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474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générative transforme radicalement les pratiques de développement logiciel.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explore comment un développeur humain peut tirer le meilleur parti d'un agent IA (Claude) pour construire un produit complet, fonctionnel et professionnel.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d'étude : un portfolio web full-stack développé en co-création avec Claude.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937760" y="1234440"/>
            <a:ext cx="3840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93776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LES OBJECTIFS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83794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78308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une stratégie de co-développement humain-IA structurée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24323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12064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23774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 un portfolio web complet et déployable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3026664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20640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29718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l'apport réel de l'IA dans chaque phase du projet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36210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120640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32120" y="356616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limites et les bonnes pratiques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CO-DÉVELOPPEMENT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4A6E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processus itératif en 4 phases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1965960" cy="640080"/>
          </a:xfrm>
          <a:prstGeom prst="rect">
            <a:avLst/>
          </a:prstGeom>
          <a:solidFill>
            <a:srgbClr val="0B3D6B"/>
          </a:solidFill>
          <a:ln w="12700">
            <a:solidFill>
              <a:srgbClr val="0B3D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CADRAGE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2322576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du périmètre, maquettes et choix technologiques (React, Node.js, TypeScript, Docker)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68880" y="1572768"/>
            <a:ext cx="196596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468880" y="1572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1752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GÉNÉRATION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6896" y="2322576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du code par Claude via des prompts précis, structurés et itératifs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17720" y="1572768"/>
            <a:ext cx="1965960" cy="640080"/>
          </a:xfrm>
          <a:prstGeom prst="rect">
            <a:avLst/>
          </a:prstGeom>
          <a:solidFill>
            <a:srgbClr val="0A7A73"/>
          </a:solidFill>
          <a:ln w="12700">
            <a:solidFill>
              <a:srgbClr val="0A7A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617720" y="1572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6636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REVUE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45736" y="2322576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Relecture critique, corrections, ajustements humains sur la logique et le design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766560" y="1572768"/>
            <a:ext cx="196596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766560" y="15727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157276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INTÉGRATION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4576" y="2322576"/>
            <a:ext cx="173736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fonctionnels, assemblage des modules, déploiement via Docker Compose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2788920"/>
            <a:ext cx="320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434840" y="2788920"/>
            <a:ext cx="320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583680" y="2788920"/>
            <a:ext cx="320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 : LE PORTFOLIO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4A6E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931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 TECHNIQUE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09344"/>
            <a:ext cx="1005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6093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6093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React Router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02920" y="21762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176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743200"/>
            <a:ext cx="1005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2743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310128"/>
            <a:ext cx="10058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" y="3310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3310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(admin)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877056"/>
            <a:ext cx="10058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8770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Styling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8770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personnalisé &amp; composants UI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115568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46320" y="1115568"/>
            <a:ext cx="3931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46320" y="1115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FONCTIONNALITÉS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10912" y="1655064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376672" y="160934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publiques : Accueil, Projets, Compétences, Contact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10912" y="2221992"/>
            <a:ext cx="256032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376672" y="21762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 projet avec navigation dynamique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10912" y="2788920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376672" y="2743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 protégée (CRUD projets &amp; compétences)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10912" y="3355848"/>
            <a:ext cx="256032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376672" y="3310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REST API backend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10912" y="3922776"/>
            <a:ext cx="25603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376672" y="387705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Docker pour déploiement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APPRENTISSAGES &amp; RÉFLEXIONS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4A6E"/>
                </a:solidFill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974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25146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4632" y="1847088"/>
            <a:ext cx="23774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du prompt détermine la qualité du résultat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" y="2944368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prompt ambigu produit un code générique. La précision des instructions (stack, contraintes, format) est la compétence centrale du co-développement.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697480" cy="502920"/>
          </a:xfrm>
          <a:prstGeom prst="rect">
            <a:avLst/>
          </a:prstGeom>
          <a:solidFill>
            <a:srgbClr val="0A7A73"/>
          </a:solidFill>
          <a:ln w="12700">
            <a:solidFill>
              <a:srgbClr val="0A7A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004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0" y="1828800"/>
            <a:ext cx="25146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64992" y="1847088"/>
            <a:ext cx="23774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amplifie, l'humain dirige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28416" y="2944368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excelle à la production rapide. La valeur humaine réside dans l'arbitrage architectural, la cohérence globale et la validation du résultat.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080760" y="118872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0807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2200" y="1828800"/>
            <a:ext cx="251460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45352" y="1847088"/>
            <a:ext cx="23774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L'itération surpasse la spécification exhaustive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08776" y="2944368"/>
            <a:ext cx="246888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d'un prototype rapide et affiner par cycles courts s'est révélé plus productif qu'une phase de spécification trop longue.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DÉFIS RENCONTRÉS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C4A6E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840480" cy="384048"/>
          </a:xfrm>
          <a:prstGeom prst="rect">
            <a:avLst/>
          </a:prstGeom>
          <a:solidFill>
            <a:srgbClr val="8B1E1E"/>
          </a:solidFill>
          <a:ln w="12700">
            <a:solidFill>
              <a:srgbClr val="8B1E1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DÉFIS IDENTIFIÉS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256032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5910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inter-sessions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865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session IA démarre sans mémoire du contexte précédent — redondance nécessaire.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225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Sur-génération de code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5968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tend à produire plus que nécessaire, ajoutant de la complexité non voulue.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256032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54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non-trivial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32841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dans du code généré sont parfois subtiles et difficiles à localiser.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256032" cy="25603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7856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au prompt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0599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l'output dépend fortement de la formulation de la requête.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115568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937760" y="1115568"/>
            <a:ext cx="3840480" cy="3840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3776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RÉPONSES APPORTÉES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1645920"/>
            <a:ext cx="256032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074920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15910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initial systématique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186537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du projet en début de session via un prompt standardisé.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74920" y="2377440"/>
            <a:ext cx="256032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7492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23225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et simplification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259689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humaine de relecture pour élaguer et refactoriser le code généré.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74920" y="3108960"/>
            <a:ext cx="256032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074920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0540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manuels ciblés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332841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fonctionnelle systématique avant chaque intégration.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74920" y="3840480"/>
            <a:ext cx="256032" cy="2560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07492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0680" y="37856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 de prompts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40680" y="40599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d'une bibliothèque de prompts efficaces réutilisables.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B2C4A"/>
          </a:solidFill>
          <a:ln w="12700">
            <a:solidFill>
              <a:srgbClr val="0B2C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AFD4"/>
                </a:solidFill>
              </a:rPr>
              <a:t>Co-développement Humain-IA  •  Maxence Moreau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BILAN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Le co-développement humain-IA est efficace lorsque les rôles sont clairement définis :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comme outil de production, l'humain comme architecte et décideur. »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377440" cy="1417320"/>
          </a:xfrm>
          <a:prstGeom prst="rect">
            <a:avLst/>
          </a:prstGeom>
          <a:solidFill>
            <a:srgbClr val="065A82"/>
          </a:solidFill>
          <a:ln w="25400">
            <a:solidFill>
              <a:srgbClr val="2A8A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99%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ECFF"/>
                </a:solidFill>
              </a:rPr>
              <a:t>du code généré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9ECFF"/>
                </a:solidFill>
              </a:rPr>
              <a:t>avec assistance 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148840"/>
            <a:ext cx="2377440" cy="1417320"/>
          </a:xfrm>
          <a:prstGeom prst="rect">
            <a:avLst/>
          </a:prstGeom>
          <a:solidFill>
            <a:srgbClr val="065A82"/>
          </a:solidFill>
          <a:ln w="25400">
            <a:solidFill>
              <a:srgbClr val="2A8A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337560" y="21762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ECFF"/>
                </a:solidFill>
              </a:rPr>
              <a:t>phases structurées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9ECFF"/>
                </a:solidFill>
              </a:rPr>
              <a:t>de travail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148840"/>
            <a:ext cx="2377440" cy="1417320"/>
          </a:xfrm>
          <a:prstGeom prst="rect">
            <a:avLst/>
          </a:prstGeom>
          <a:solidFill>
            <a:srgbClr val="065A82"/>
          </a:solidFill>
          <a:ln w="25400">
            <a:solidFill>
              <a:srgbClr val="2A8AB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35040" y="21762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Full-Stack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29077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ECFF"/>
                </a:solidFill>
              </a:rPr>
              <a:t>application livrée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9ECFF"/>
                </a:solidFill>
              </a:rPr>
              <a:t>&amp; déployable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0D3A5C"/>
          </a:solidFill>
          <a:ln w="12700">
            <a:solidFill>
              <a:srgbClr val="2A6F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58368" y="3749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749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documentation  •  tests générés par IA  •  exploration de modèles spécialisés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démontre que le développeur de demain sera avant tout un chef d'orchestre de systèmes IA.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603</Words>
  <Application>Microsoft Office PowerPoint</Application>
  <PresentationFormat>Affichage à l'écran (16:9)</PresentationFormat>
  <Paragraphs>122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Co-développement Humain-IA : Stratégie &amp; Résultats</dc:title>
  <dc:subject>PptxGenJS Presentation</dc:subject>
  <dc:creator>PptxGenJS</dc:creator>
  <cp:lastModifiedBy>Maxence Moreau</cp:lastModifiedBy>
  <cp:revision>2</cp:revision>
  <dcterms:created xsi:type="dcterms:W3CDTF">2026-03-24T07:47:36Z</dcterms:created>
  <dcterms:modified xsi:type="dcterms:W3CDTF">2026-03-25T07:17:15Z</dcterms:modified>
</cp:coreProperties>
</file>